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8E80666-FB37-4B36-9149-507F3B0178E3}" type="datetimeFigureOut">
              <a:rPr lang="en-US" smtClean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23528" y="332656"/>
            <a:ext cx="8568952" cy="5040560"/>
          </a:xfrm>
        </p:spPr>
        <p:txBody>
          <a:bodyPr/>
          <a:lstStyle/>
          <a:p>
            <a:pPr marL="182880" indent="0" algn="ctr">
              <a:buNone/>
            </a:pPr>
            <a:r>
              <a:rPr lang="en-GB" sz="48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br>
              <a:rPr lang="en-GB" sz="48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</a:br>
            <a:r>
              <a:rPr lang="en-GB" sz="48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Design </a:t>
            </a:r>
            <a:r>
              <a:rPr lang="en-GB" sz="48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and Configure a Small Company Network Using VLANs</a:t>
            </a:r>
            <a:br>
              <a:rPr lang="en-GB" sz="48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</a:br>
            <a:r>
              <a:rPr lang="en-GB" sz="48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Company </a:t>
            </a:r>
            <a:r>
              <a:rPr lang="en-GB" sz="48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Network Design</a:t>
            </a:r>
          </a:p>
        </p:txBody>
      </p:sp>
    </p:spTree>
    <p:extLst>
      <p:ext uri="{BB962C8B-B14F-4D97-AF65-F5344CB8AC3E}">
        <p14:creationId xmlns:p14="http://schemas.microsoft.com/office/powerpoint/2010/main" val="107311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836712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BY THE FOLLOWING: NUELLA </a:t>
            </a:r>
            <a:br>
              <a:rPr lang="en-GB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</a:br>
            <a:r>
              <a:rPr lang="en-GB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EMMANUELA</a:t>
            </a:r>
            <a:br>
              <a:rPr lang="en-GB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</a:br>
            <a:r>
              <a:rPr lang="en-GB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SUCCESS</a:t>
            </a:r>
            <a:br>
              <a:rPr lang="en-GB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</a:br>
            <a:r>
              <a:rPr lang="en-GB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SILAS </a:t>
            </a:r>
            <a:endParaRPr lang="en-GB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0378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476672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15616" y="2132856"/>
            <a:ext cx="6400800" cy="3474720"/>
          </a:xfrm>
        </p:spPr>
        <p:txBody>
          <a:bodyPr/>
          <a:lstStyle/>
          <a:p>
            <a:r>
              <a:rPr lang="en-GB" dirty="0"/>
              <a:t>A company network was divided using VLANs to improve security and organization.</a:t>
            </a:r>
          </a:p>
          <a:p>
            <a:r>
              <a:rPr lang="en-GB" dirty="0"/>
              <a:t>Each department has its own VLAN and IP network.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157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404664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Project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043608" y="2132856"/>
            <a:ext cx="6400800" cy="3474720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Departments:</a:t>
            </a:r>
          </a:p>
          <a:p>
            <a:pPr marL="45720" indent="0">
              <a:buNone/>
            </a:pPr>
            <a:r>
              <a:rPr lang="en-GB" dirty="0" smtClean="0"/>
              <a:t>   • Admin</a:t>
            </a:r>
          </a:p>
          <a:p>
            <a:pPr marL="45720" indent="0">
              <a:buNone/>
            </a:pPr>
            <a:r>
              <a:rPr lang="en-GB" dirty="0"/>
              <a:t> </a:t>
            </a:r>
            <a:r>
              <a:rPr lang="en-GB" dirty="0" smtClean="0"/>
              <a:t>  • </a:t>
            </a:r>
            <a:r>
              <a:rPr lang="en-GB" dirty="0"/>
              <a:t>IT</a:t>
            </a:r>
          </a:p>
          <a:p>
            <a:pPr marL="45720" indent="0">
              <a:buNone/>
            </a:pPr>
            <a:r>
              <a:rPr lang="en-GB" dirty="0" smtClean="0"/>
              <a:t>   • HR</a:t>
            </a:r>
          </a:p>
          <a:p>
            <a:pPr marL="45720" indent="0">
              <a:buNone/>
            </a:pPr>
            <a:r>
              <a:rPr lang="en-GB" dirty="0" smtClean="0"/>
              <a:t>   • </a:t>
            </a:r>
            <a:r>
              <a:rPr lang="en-GB" dirty="0"/>
              <a:t>Sales</a:t>
            </a:r>
          </a:p>
          <a:p>
            <a:pPr marL="45720" indent="0">
              <a:buNone/>
            </a:pPr>
            <a:r>
              <a:rPr lang="en-GB" dirty="0" smtClean="0"/>
              <a:t>   • </a:t>
            </a:r>
            <a:r>
              <a:rPr lang="en-GB" dirty="0"/>
              <a:t>Reception</a:t>
            </a:r>
          </a:p>
          <a:p>
            <a:r>
              <a:rPr lang="en-GB" b="1" dirty="0"/>
              <a:t>Requirements:</a:t>
            </a:r>
          </a:p>
          <a:p>
            <a:pPr marL="45720" indent="0">
              <a:buNone/>
            </a:pPr>
            <a:r>
              <a:rPr lang="en-GB" dirty="0" smtClean="0"/>
              <a:t>   • </a:t>
            </a:r>
            <a:r>
              <a:rPr lang="en-GB" dirty="0"/>
              <a:t>Separate VLANs</a:t>
            </a:r>
          </a:p>
          <a:p>
            <a:pPr marL="45720" indent="0">
              <a:buNone/>
            </a:pPr>
            <a:r>
              <a:rPr lang="en-GB" dirty="0" smtClean="0"/>
              <a:t>   • </a:t>
            </a:r>
            <a:r>
              <a:rPr lang="en-GB" dirty="0"/>
              <a:t>Different IP </a:t>
            </a:r>
            <a:r>
              <a:rPr lang="en-GB" dirty="0" smtClean="0"/>
              <a:t>networks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64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188640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87624" y="1772816"/>
            <a:ext cx="6400800" cy="3474720"/>
          </a:xfrm>
        </p:spPr>
        <p:txBody>
          <a:bodyPr/>
          <a:lstStyle/>
          <a:p>
            <a:pPr marL="45720" indent="0">
              <a:buNone/>
            </a:pPr>
            <a:r>
              <a:rPr lang="en-GB" dirty="0"/>
              <a:t>1. Design network topology</a:t>
            </a:r>
          </a:p>
          <a:p>
            <a:pPr marL="45720" indent="0">
              <a:buNone/>
            </a:pPr>
            <a:r>
              <a:rPr lang="en-GB" dirty="0"/>
              <a:t>2. Configure VLANs</a:t>
            </a:r>
          </a:p>
          <a:p>
            <a:pPr marL="45720" indent="0">
              <a:buNone/>
            </a:pPr>
            <a:r>
              <a:rPr lang="en-GB" dirty="0"/>
              <a:t>3. Assign IPs</a:t>
            </a:r>
          </a:p>
          <a:p>
            <a:pPr marL="45720" indent="0">
              <a:buNone/>
            </a:pPr>
            <a:r>
              <a:rPr lang="en-GB" dirty="0"/>
              <a:t>4. Configure switches</a:t>
            </a:r>
          </a:p>
          <a:p>
            <a:pPr marL="45720" indent="0">
              <a:buNone/>
            </a:pPr>
            <a:r>
              <a:rPr lang="en-GB" dirty="0"/>
              <a:t>5. Test </a:t>
            </a:r>
            <a:r>
              <a:rPr lang="en-GB" dirty="0" smtClean="0"/>
              <a:t>connectivity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186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908720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Network Topology</a:t>
            </a:r>
          </a:p>
        </p:txBody>
      </p:sp>
      <p:pic>
        <p:nvPicPr>
          <p:cNvPr id="4" name="Content Placeholder 3" descr="Cisco Packet Tracer - C:\Users\HP\Desktop\GROUP 2.pkt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50" y="2532463"/>
            <a:ext cx="5616798" cy="2979042"/>
          </a:xfrm>
        </p:spPr>
      </p:pic>
    </p:spTree>
    <p:extLst>
      <p:ext uri="{BB962C8B-B14F-4D97-AF65-F5344CB8AC3E}">
        <p14:creationId xmlns:p14="http://schemas.microsoft.com/office/powerpoint/2010/main" val="38442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548680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VLAN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15616" y="2132856"/>
            <a:ext cx="6400800" cy="3474720"/>
          </a:xfrm>
        </p:spPr>
        <p:txBody>
          <a:bodyPr/>
          <a:lstStyle/>
          <a:p>
            <a:pPr marL="45720" indent="0">
              <a:buNone/>
            </a:pPr>
            <a:r>
              <a:rPr lang="en-GB" dirty="0"/>
              <a:t>Admin–10</a:t>
            </a:r>
          </a:p>
          <a:p>
            <a:pPr marL="45720" indent="0">
              <a:buNone/>
            </a:pPr>
            <a:r>
              <a:rPr lang="en-GB" dirty="0"/>
              <a:t>IT–20</a:t>
            </a:r>
          </a:p>
          <a:p>
            <a:pPr marL="45720" indent="0">
              <a:buNone/>
            </a:pPr>
            <a:r>
              <a:rPr lang="en-GB" dirty="0"/>
              <a:t>HR–30</a:t>
            </a:r>
          </a:p>
          <a:p>
            <a:pPr marL="45720" indent="0">
              <a:buNone/>
            </a:pPr>
            <a:r>
              <a:rPr lang="en-GB" dirty="0"/>
              <a:t>Sales–40</a:t>
            </a:r>
          </a:p>
          <a:p>
            <a:pPr marL="45720" indent="0">
              <a:buNone/>
            </a:pPr>
            <a:r>
              <a:rPr lang="en-GB" dirty="0"/>
              <a:t>Reception–50</a:t>
            </a:r>
          </a:p>
          <a:p>
            <a:pPr marL="4572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8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548680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IP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15616" y="2132856"/>
            <a:ext cx="6400800" cy="347472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192.168.1.0/24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192.168.2.0/24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192.168.3.0/24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192.168.4.0/24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192.168.5.0/24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833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Switch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15616" y="1772816"/>
            <a:ext cx="6400800" cy="3474720"/>
          </a:xfrm>
        </p:spPr>
        <p:txBody>
          <a:bodyPr/>
          <a:lstStyle/>
          <a:p>
            <a:pPr marL="45720" indent="0"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Enable</a:t>
            </a:r>
          </a:p>
          <a:p>
            <a:pPr marL="45720" indent="0"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Configure Terminal</a:t>
            </a:r>
          </a:p>
          <a:p>
            <a:pPr marL="45720" indent="0">
              <a:buNone/>
            </a:pP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Vlan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10</a:t>
            </a:r>
          </a:p>
          <a:p>
            <a:pPr marL="45720" indent="0"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Name ADMIN</a:t>
            </a:r>
          </a:p>
          <a:p>
            <a:pPr marL="45720" indent="0"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Interface Fa0/24</a:t>
            </a:r>
          </a:p>
          <a:p>
            <a:pPr marL="45720" indent="0">
              <a:buNone/>
            </a:pP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Switchport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Mode Access</a:t>
            </a:r>
          </a:p>
          <a:p>
            <a:pPr marL="45720" indent="0">
              <a:buNone/>
            </a:pP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Switchport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access VLAN 10</a:t>
            </a:r>
          </a:p>
          <a:p>
            <a:pPr marL="45720" indent="0">
              <a:buNone/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4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04664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Testing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&amp;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63892" y="1491883"/>
            <a:ext cx="6400800" cy="3474720"/>
          </a:xfrm>
        </p:spPr>
        <p:txBody>
          <a:bodyPr/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Successful ping within same VLAN</a:t>
            </a:r>
          </a:p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Failed ping across different VLANs</a:t>
            </a:r>
          </a:p>
          <a:p>
            <a:pPr marL="45720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35" y="2564904"/>
            <a:ext cx="3816424" cy="381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3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692696"/>
            <a:ext cx="6512511" cy="1143000"/>
          </a:xfrm>
        </p:spPr>
        <p:txBody>
          <a:bodyPr/>
          <a:lstStyle/>
          <a:p>
            <a:pPr marL="0" indent="0">
              <a:buNone/>
            </a:pPr>
            <a:r>
              <a:rPr lang="en-GB" sz="4400" dirty="0">
                <a:latin typeface="Times New Roman" pitchFamily="18" charset="0"/>
                <a:cs typeface="Times New Roman" pitchFamily="18" charset="0"/>
              </a:rPr>
              <a:t>Challenges &amp; 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87624" y="1988840"/>
            <a:ext cx="6400800" cy="3474720"/>
          </a:xfrm>
        </p:spPr>
        <p:txBody>
          <a:bodyPr/>
          <a:lstStyle/>
          <a:p>
            <a:pPr lvl="0"/>
            <a:r>
              <a:rPr lang="en-US" dirty="0"/>
              <a:t>Understanding VLAN concepts for the first time.</a:t>
            </a:r>
            <a:endParaRPr lang="en-GB" dirty="0"/>
          </a:p>
          <a:p>
            <a:pPr lvl="0"/>
            <a:r>
              <a:rPr lang="en-US" dirty="0"/>
              <a:t>Assigning correct ports to VLANs</a:t>
            </a:r>
            <a:r>
              <a:rPr lang="en-US" dirty="0" smtClean="0"/>
              <a:t>.</a:t>
            </a:r>
            <a:endParaRPr lang="en-GB" dirty="0"/>
          </a:p>
          <a:p>
            <a:pPr lvl="0"/>
            <a:r>
              <a:rPr lang="en-US" dirty="0"/>
              <a:t>Troubleshooting failed connectivity tests.</a:t>
            </a:r>
            <a:endParaRPr lang="en-GB" dirty="0"/>
          </a:p>
          <a:p>
            <a:pPr lvl="0"/>
            <a:r>
              <a:rPr lang="en-US" dirty="0"/>
              <a:t>Learning </a:t>
            </a:r>
            <a:r>
              <a:rPr lang="en-US" dirty="0" smtClean="0"/>
              <a:t>Cisco </a:t>
            </a:r>
            <a:r>
              <a:rPr lang="en-US" dirty="0"/>
              <a:t>commands</a:t>
            </a:r>
            <a:r>
              <a:rPr lang="en-US" dirty="0" smtClean="0"/>
              <a:t>.</a:t>
            </a:r>
          </a:p>
          <a:p>
            <a:r>
              <a:rPr lang="en-US" dirty="0"/>
              <a:t>The reception laptop not able to connect with the reception </a:t>
            </a:r>
            <a:r>
              <a:rPr lang="en-US" dirty="0" smtClean="0"/>
              <a:t>Wi-Fi</a:t>
            </a:r>
            <a:endParaRPr lang="en-GB" dirty="0"/>
          </a:p>
          <a:p>
            <a:pPr marL="45720" lvl="0" indent="0">
              <a:buNone/>
            </a:pPr>
            <a:endParaRPr lang="en-GB" dirty="0"/>
          </a:p>
          <a:p>
            <a:pPr marL="45720" indent="0">
              <a:buNone/>
            </a:pPr>
            <a:endParaRPr lang="en-GB" dirty="0" smtClean="0"/>
          </a:p>
          <a:p>
            <a:pPr marL="4572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2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548680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475656" y="1844824"/>
            <a:ext cx="6400800" cy="3474720"/>
          </a:xfrm>
        </p:spPr>
        <p:txBody>
          <a:bodyPr/>
          <a:lstStyle/>
          <a:p>
            <a:r>
              <a:rPr lang="en-GB" dirty="0"/>
              <a:t>VLANs improve security, organization, and network management.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32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1124744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500809" y="2321781"/>
            <a:ext cx="6400800" cy="3474720"/>
          </a:xfrm>
        </p:spPr>
        <p:txBody>
          <a:bodyPr/>
          <a:lstStyle/>
          <a:p>
            <a:r>
              <a:rPr lang="en-GB" dirty="0" smtClean="0"/>
              <a:t>Configuring the wireless router</a:t>
            </a:r>
          </a:p>
          <a:p>
            <a:r>
              <a:rPr lang="en-GB" dirty="0" smtClean="0"/>
              <a:t>Inter-VLAN routing</a:t>
            </a:r>
          </a:p>
          <a:p>
            <a:pPr marL="4572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757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200</TotalTime>
  <Words>184</Words>
  <Application>Microsoft Office PowerPoint</Application>
  <PresentationFormat>On-screen Show (4:3)</PresentationFormat>
  <Paragraphs>57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Slipstream</vt:lpstr>
      <vt:lpstr> Design and Configure a Small Company Network Using VLANs Company Network Design</vt:lpstr>
      <vt:lpstr>BY THE FOLLOWING: NUELLA  EMMANUELA SUCCESS SILAS </vt:lpstr>
      <vt:lpstr>Introduction</vt:lpstr>
      <vt:lpstr>Project Scenario</vt:lpstr>
      <vt:lpstr>Objectives</vt:lpstr>
      <vt:lpstr>Network Topology</vt:lpstr>
      <vt:lpstr>VLAN Table</vt:lpstr>
      <vt:lpstr>IP Addressing</vt:lpstr>
      <vt:lpstr>Switch Configuration</vt:lpstr>
      <vt:lpstr>Testing &amp; Results</vt:lpstr>
      <vt:lpstr>Challenges &amp; Lessons</vt:lpstr>
      <vt:lpstr>Conclusion</vt:lpstr>
      <vt:lpstr>Future Improvements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8</cp:revision>
  <dcterms:created xsi:type="dcterms:W3CDTF">2026-05-25T10:02:31Z</dcterms:created>
  <dcterms:modified xsi:type="dcterms:W3CDTF">2026-05-25T13:22:31Z</dcterms:modified>
</cp:coreProperties>
</file>